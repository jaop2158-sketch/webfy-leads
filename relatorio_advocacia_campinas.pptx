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0284C7"/>
                </a:solidFill>
              </a:defRPr>
            </a:pPr>
            <a:r>
              <a:t>🚀 Relatório Executivo de Prospecção</a:t>
            </a:r>
          </a:p>
          <a:p>
            <a:pPr>
              <a:defRPr sz="2000">
                <a:solidFill>
                  <a:srgbClr val="475569"/>
                </a:solidFill>
              </a:defRPr>
            </a:pPr>
            <a:r>
              <a:t>Agência Webfy (João) | Advocacia em Campinas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284C7"/>
                </a:solidFill>
              </a:defRPr>
            </a:pPr>
            <a:r>
              <a:t>🎯 Oportunidades Identificadas em Campinas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Empresa / Profissional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 do Site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Telefone / WhatsApp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Ação Recomendada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MAP Advocacia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(19) 3342-9460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10 MELHORES Escritrios 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Advocacia em Campinas SP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Os Melhores Advogados 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Escritrio de Advocacia 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FORA DO AR /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Advocacia Campinas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(19) 3212-1674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Leads de Assistncias tcni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Consani Advocacia Campina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(19) 99294-6366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t>Kontato para Advocacia 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(19) 3256-2415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t>Mem de S Advogado em Camp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SITE ATIVO 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(CA) 98877-6655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Enviar 1ª Msg (100% Grátis)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