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284C7"/>
                </a:solidFill>
              </a:defRPr>
            </a:pPr>
            <a:r>
              <a:t>🚀 Relatório Executivo de Prospecção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Agência Webfy (João) | Odontologia em Curitiba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284C7"/>
                </a:solidFill>
              </a:defRPr>
            </a:pPr>
            <a:r>
              <a:t>🎯 Oportunidades Identificadas em Curitiba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Empresa / Profissional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 do Site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Telefone / WhatsApp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Ação Recomendada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VALE A PENA ASSISTIR Odon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 SITE PRÓPRIO (OP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(41) 98825-8833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You Odonto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(41) 98497-9594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Lidery Odontologia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(41) 3095-6347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Odontologias / Dentistas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 SITE (OPORTUNIDA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(CU)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Facetas de Porcelana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(41) 99677-0006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Dentistas Curitiba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(41) 3224-4554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Odontologia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(41) 3253-1907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Guess Where You 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(CU)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Link to facebook.com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 SITE PRÓPRIO (OP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(CU)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t>Os Melhores Dentistas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 SITE (OPORTUNIDA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(CU)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