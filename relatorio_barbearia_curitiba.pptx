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3600">
                <a:solidFill>
                  <a:srgbClr val="0284C7"/>
                </a:solidFill>
              </a:defRPr>
            </a:pPr>
            <a:r>
              <a:t>🚀 Relatório Executivo de Prospecção</a:t>
            </a:r>
          </a:p>
          <a:p>
            <a:pPr>
              <a:defRPr sz="2000">
                <a:solidFill>
                  <a:srgbClr val="475569"/>
                </a:solidFill>
              </a:defRPr>
            </a:pPr>
            <a:r>
              <a:t>Agência Webfy (João) | Barbearia em Curitiba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0284C7"/>
                </a:solidFill>
              </a:defRPr>
            </a:pPr>
            <a:r>
              <a:t>🎯 Oportunidades Identificadas em Curitiba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457200"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Empresa / Profissional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Status do Site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Telefone / WhatsApp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200">
                          <a:solidFill>
                            <a:srgbClr val="FFFFFF"/>
                          </a:solidFill>
                        </a:defRPr>
                      </a:pPr>
                      <a:r>
                        <a:t>Ação Recomendada</a:t>
                      </a:r>
                    </a:p>
                  </a:txBody>
                  <a:tcPr>
                    <a:solidFill>
                      <a:srgbClr val="0284C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Barbearia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(41) 98789-8911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Base Curitiba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SEM SITE PRÓPRIO (OP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(41) 98789-8911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Big Boss Barbearia ♂️ (@_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SEM SITE PRÓPRIO (OP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(62) 99854-1208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Barbearia Lins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(41) 99918-9258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Barbearia Curitiba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(41) 98789-8911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Barbearia Saint Germain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(41) 99894-4124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Barbearia Business Club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(41) 99834-6263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Barbearia Original em Cur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(41) 98789-8911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Unidades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SITE ATIVO 📱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(41) 99553-7410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Enviar 1ª Msg (100% Grátis)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