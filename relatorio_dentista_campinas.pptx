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Campinas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Campinas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 24 Horas Campina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99409-5553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Ana Carolina Diniz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(51) 99811-7686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Dentistas em Campinas: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98242-4662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Campinas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99704-9128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Consultrio Odontolgico 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99176-8765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Dra. Nayane Moreno Dentis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(79) 99945-2813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Consultorio Odontolgico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99967-5900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99409-5553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Clinica Odontologica 24h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(85) 91127-0749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Dentista 24 Horas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99409-5553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