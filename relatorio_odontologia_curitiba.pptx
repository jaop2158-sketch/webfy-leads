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Odontologia em Curitiba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Curitiba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OralClick Odontologia Cur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Oral Unic Odontologia Cur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(28) 2749-5500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CNPJ: 58.524.532/0001-08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(02) 5581-5700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Odontologia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3253-1907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9876-2903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Dra.Keslen_Geffer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PRÓPRIO (OP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3252-1119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Encontrar seu smartphone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PRÓPRIO (OP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Link to instagram.com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PRÓPRIO (OP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Clnica Felpe Odontologia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41997321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UpClin Odontologia Curiti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(CU)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