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600">
                <a:solidFill>
                  <a:srgbClr val="0284C7"/>
                </a:solidFill>
              </a:defRPr>
            </a:pPr>
            <a:r>
              <a:t>🚀 Relatório Executivo de Prospecção</a:t>
            </a:r>
          </a:p>
          <a:p>
            <a:pPr>
              <a:defRPr sz="2000">
                <a:solidFill>
                  <a:srgbClr val="475569"/>
                </a:solidFill>
              </a:defRPr>
            </a:pPr>
            <a:r>
              <a:t>Agência Webfy (João) | Psicologia em Sao paulo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0284C7"/>
                </a:solidFill>
              </a:defRPr>
            </a:pPr>
            <a:r>
              <a:t>🎯 Oportunidades Identificadas em Sao paulo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415636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Empresa / Profissional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Status do Site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Telefone / WhatsApp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Ação Recomendada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LCS Psicologia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(11) 96862-0525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CNPJ 46.506.509/0001-01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FORA DO AR / LI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(SA) 98877-6655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Psiclogo em So Paulo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(SA) 98877-6655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Psicloga Aline Quirosa,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(52) 8293-9100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Psicologo felipe faccioli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(41) 9788-0145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Psiclogo, Conselheiro, 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(SA) 98877-6655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Consultrio de psiclogo 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(11) 97092-5229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Gustavo Cicilini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(SA) 98877-6655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Psiclogo Clnico Particula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(11) 99333-8208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40">
                <a:tc>
                  <a:txBody>
                    <a:bodyPr/>
                    <a:lstStyle/>
                    <a:p>
                      <a:r>
                        <a:t>Psicologo Transpessoal 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(11) 2368-1764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