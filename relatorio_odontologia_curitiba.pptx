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Odontologia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Google Meu Negcio para 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 99572-0198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Yandex Maps: search for 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Atendimento Hospitalar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3111-3000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OralClick Odontologia Cur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41 30860707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CNPJ: 28.274.955/0001-56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IGO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3359-4884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curitiba.pr.gov.br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Como RASTREAR un CELULAR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WhatsApp no Maps 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Google Maps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(11) 91234-5678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"Dental clinic" in Curiti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(OPORTUNIDA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41 99572-0198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