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0284C7"/>
                </a:solidFill>
              </a:defRPr>
            </a:pPr>
            <a:r>
              <a:t>🚀 Relatório Executivo de Prospecção</a:t>
            </a:r>
          </a:p>
          <a:p>
            <a:pPr>
              <a:defRPr sz="2000">
                <a:solidFill>
                  <a:srgbClr val="475569"/>
                </a:solidFill>
              </a:defRPr>
            </a:pPr>
            <a:r>
              <a:t>Agência Webfy (João) | Odontologia em Curitiba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284C7"/>
                </a:solidFill>
              </a:defRPr>
            </a:pPr>
            <a:r>
              <a:t>🎯 Oportunidades Identificadas em Curitiba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15636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Empresa / Profissional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Status do Site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Telefone / WhatsApp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Ação Recomendada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Fujikawa Odontologia 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98825-8833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Mappi Odontologia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99511-0171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Arch Odontologia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99272-0673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Clnica Odontolgica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98868-8164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Dra. Tatiana Deliberador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99231-9444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Upclin Odontologia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99822-5551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Dentista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98868-8164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Clinica Odontologica Vide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FORA DO AR / 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98868-8164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Odontologia Curitiba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99121-0803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40">
                <a:tc>
                  <a:txBody>
                    <a:bodyPr/>
                    <a:lstStyle/>
                    <a:p>
                      <a:r>
                        <a:t>Carga Imediata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99998-2322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