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Psicologia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Psicloga online / Psiclog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AutoRank para Psiclogos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10 melhores psiclogos par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99953-9370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Em busca de um psiclogo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20 psiclogos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Psiclogos Curitiba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Stelmach Psicologia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9219-2223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Link to facebook.com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PRÓPRIO (OP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Psicologo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FORA DO AR (ERR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98484-0002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Emily Ann Francisco Blum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3248-4551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