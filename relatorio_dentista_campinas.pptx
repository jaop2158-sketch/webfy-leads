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Campinas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Campinas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Dentistas em Campinas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Dra. Lvia Sousa, Dentista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Clnica Odontolgica Odonth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Especialista em Implantes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Dentistas em Centro, Camp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3326-1410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 e Odontologia 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10 melhores dentistas par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97419-5901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 24 Horas Campina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Os Melhores Dentistas em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Dra Camila 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