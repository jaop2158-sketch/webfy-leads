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Odontologia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OralClick Odontologia Cur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CNPJ: 46.364.200/0001-24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9851-2345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Odontologia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3253-1907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Curitiba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9876-2903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Encontrar seu smartphone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OpenGuessr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Guess Where You 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Clnica Felpe Odontologia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41997321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UpClin Odontologia Curiti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3095-9660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SV Odontologia • Tratamen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