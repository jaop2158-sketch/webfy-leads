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Psicologia em Sao paulo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Sao paulo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5080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Elaine Ferreira Psicloga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97622-2228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Equilibrio Psicologia 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(71) 94400-0105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Clnica de Psiclogo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FORA DO AR (ERR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98215-4403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Somente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93776-1645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Psicloga Responde Pergunt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99787-4512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Psicloga Terapia de Casal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95091-1931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Nossos Contatos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98204-5631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Psicloga Sp Maristela 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95091-1931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