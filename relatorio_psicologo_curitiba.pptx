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53142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t>Psicologo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FORA DO AR (ERR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99964-8723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t>Photoacompanhantes.com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(31) 98402-7219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t>Consultrio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(82) 99102-9014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t>Salrio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99285-5589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t>Psicloga Clnica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98744-3208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r>
                        <a:t>Psiclogo Perto de Mim em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99285-5589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