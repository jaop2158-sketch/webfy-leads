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Barbearia em Curitiba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Curitiba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Barbearia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Barbearia Saint Germain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Os melhores barbeiros 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Google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(11) 91234-5678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"Barber shop" in 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(95) 81084575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Barbearia perto de mim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Barbearia Velho Oeste 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(46) 99924-7866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Google Maps permite marca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Como agendar salo de bele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Barbearia Barbarella 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(41) 99761-3230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