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Odontologia em Campinas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Campinas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Yandex Maps: search for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Dentistas em Campinas: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Clnica Odontolgica Odonth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Especialista em Implantes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Dentista em Campinas 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Dentista Campinas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FORA DO AR /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Dentista e Odontologia 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 98127-8626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Odontologia Vetorasso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(17) 99148-5455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Contato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(11) 95213-7463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Ana Carolina Diniz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