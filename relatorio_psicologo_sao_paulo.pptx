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Psicologia em Sao paulo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Sao paulo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LCS Psicologia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96862-0525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 So Paulo Laura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Psicloga Maristela Vallim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Vagas de Psiclogo em So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 em So Paulo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Psiclogo, Conselheiro,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Consultrio de psiclogo 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97092-5229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Psicloga Brooklin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5102-3493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Psiclogo Clnico Particula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Portal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(SA)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