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284C7"/>
                </a:solidFill>
              </a:defRPr>
            </a:pPr>
            <a:r>
              <a:t>🚀 Relatório Executivo de Prospecção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Agência Webfy (João) | Psicologia em Curitiba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284C7"/>
                </a:solidFill>
              </a:defRPr>
            </a:pPr>
            <a:r>
              <a:t>🎯 Oportunidades Identificadas em Curitiba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Empresa / Profissional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 do Site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Telefone / WhatsApp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Ação Recomendada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Google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(OPORTUNIDA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 SITE (OPORTUNIDA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20 psiclogos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Yandex Maps: search for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Psicloga online / Psiclog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AutoRank para Psiclogos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10 melhores psiclogos par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Em busca de um psiclogo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Psiclogos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WhatsApp no Maps 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Psiclogos Curitiba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5541999756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