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Barbearia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 Clube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3014-9413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3014-9413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 Velho Oeste em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(46) 99924-7866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 Barbarella Man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99761-3230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Os melhores barbeiros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 Saint Germain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99894-4124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PRÓPRIO (OP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99769-4378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Porto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99979-3362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BARBER TOWN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