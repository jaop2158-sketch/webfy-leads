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0284C7"/>
                </a:solidFill>
              </a:defRPr>
            </a:pPr>
            <a:r>
              <a:t>🚀 Relatório Executivo de Prospecção</a:t>
            </a:r>
          </a:p>
          <a:p>
            <a:pPr>
              <a:defRPr sz="2000">
                <a:solidFill>
                  <a:srgbClr val="475569"/>
                </a:solidFill>
              </a:defRPr>
            </a:pPr>
            <a:r>
              <a:t>Agência Webfy (João) | Psicologia em Sao paulo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284C7"/>
                </a:solidFill>
              </a:defRPr>
            </a:pPr>
            <a:r>
              <a:t>🎯 Oportunidades Identificadas em Sao paulo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15636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Empresa / Profissional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 do Site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Telefone / WhatsApp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Ação Recomendada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Google Maps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SEM SITE (OPORTUNIDA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WhatsApp no Maps 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LCS Psicologia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6002771800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Cidades no estado de Sao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WhatsApp no Maps 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Yandex Maps: search for 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WhatsApp no Maps 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Psiclogo em So Paulo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WhatsApp no Maps 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So Paulo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SEM SITE (OPORTUNIDA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WhatsApp no Maps 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Psiclogo, Conselheiro, 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WhatsApp no Maps 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Consultrio de psiclogo 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WhatsApp no Maps 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Gustavo Cicilini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WhatsApp no Maps 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40">
                <a:tc>
                  <a:txBody>
                    <a:bodyPr/>
                    <a:lstStyle/>
                    <a:p>
                      <a:r>
                        <a:t>Terapia online com psiclo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WhatsApp no Maps 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