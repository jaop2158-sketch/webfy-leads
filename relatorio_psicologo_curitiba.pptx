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Psicologia em Curitiba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Curitiba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20 psiclogos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Psicloga online / Psiclog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psicologo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99644-0186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AutoRank para Psiclogos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Psiclogos, Clnicas de 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Psiclogos Curitiba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Psicologias / Psiclogos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(OPORTUNIDA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98723-2712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Psiclogos, Curitiba, 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41999756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Leonardo Fd Araujo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99643-9560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