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0284C7"/>
                </a:solidFill>
              </a:defRPr>
            </a:pPr>
            <a:r>
              <a:t>🚀 Relatório Executivo de Prospecção</a:t>
            </a:r>
          </a:p>
          <a:p>
            <a:pPr>
              <a:defRPr sz="2000">
                <a:solidFill>
                  <a:srgbClr val="475569"/>
                </a:solidFill>
              </a:defRPr>
            </a:pPr>
            <a:r>
              <a:t>Agência Webfy (João) | Barbearia em Curitiba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0284C7"/>
                </a:solidFill>
              </a:defRPr>
            </a:pPr>
            <a:r>
              <a:t>🎯 Oportunidades Identificadas em Curitiba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15636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Empresa / Profissional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Status do Site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Telefone / WhatsApp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Ação Recomendada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Barbearia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3501-0365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barbearias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(CU)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Shelby Barbearia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98475-3472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Barbearia Clube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3014-9413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Garage77 Barber Shop barb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3372-7418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Victor Hugo Barbeiro da 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SEM SITE PRÓPRIO (OP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(CU)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CNPJ 53.441.822/0001-74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(CU)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Barbearia Curitiba em Ort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3057-1357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36">
                <a:tc>
                  <a:txBody>
                    <a:bodyPr/>
                    <a:lstStyle/>
                    <a:p>
                      <a:r>
                        <a:t>Barbearia Curitiba Oficia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(CU) 98877-6655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15640">
                <a:tc>
                  <a:txBody>
                    <a:bodyPr/>
                    <a:lstStyle/>
                    <a:p>
                      <a:r>
                        <a:t>Barbearia Saint Germain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99894-4124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