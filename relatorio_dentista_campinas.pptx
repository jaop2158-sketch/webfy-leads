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Odontologia em Campinas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Campinas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Dentistas em Campinas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Dra. Lvia Sousa, Dentista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Sculpere Clnica Odontolgi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19982555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Especialista em Implantes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 e Odontologia 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Dentista 24 Horas Campina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Clnica Odontolgica Odonth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Ana Carolina Diniz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98332-9496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Odontologia Vetorasso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Odontoclinic Campinas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(19) 97122-6504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