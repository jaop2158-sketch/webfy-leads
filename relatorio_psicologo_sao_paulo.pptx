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284C7"/>
                </a:solidFill>
              </a:defRPr>
            </a:pPr>
            <a:r>
              <a:t>🚀 Relatório Executivo de Prospecção</a:t>
            </a:r>
          </a:p>
          <a:p>
            <a:pPr>
              <a:defRPr sz="2000">
                <a:solidFill>
                  <a:srgbClr val="475569"/>
                </a:solidFill>
              </a:defRPr>
            </a:pPr>
            <a:r>
              <a:t>Agência Webfy (João) | Psicologia em Sao paulo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284C7"/>
                </a:solidFill>
              </a:defRPr>
            </a:pPr>
            <a:r>
              <a:t>🎯 Oportunidades Identificadas em Sao paulo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1563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Empresa / Profissional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Status do Site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Telefone / WhatsApp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Ação Recomendada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LCS Psicologia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(SA) 98877-6655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Psiclogo So Paulo Laura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(SA) 98877-6655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Psicloga Maristela Vallim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(SA) 98877-6655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Vagas de Psiclogo em So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(SA) 98877-6655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Psiclogo em So Paulo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(SA) 98877-6655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Consultrio de psiclogo 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(11) 91454-0891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Gustavo Cicilini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(SA) 98877-6655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Psicloga Brooklin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(SA) 98877-6655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Psiclogo Clnico Particula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(SA) 98877-6655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r>
                        <a:t>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(11) 4502-4752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